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1440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Prediksi Harga Jual Mobil Bekas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Menggunakan Regresi Linear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Penjelasan Kode: EDA, Preprocessing, dan Modeling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3200400"/>
            <a:ext cx="109728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47472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Nama: Farhan Mohamad Yousef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Kelas: 5C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NIM: 2488010073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Memuat Data &amp; Gambaran Dataset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42062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pandas: olah tabel; numpy: numerik; matplotlib &amp; seaborn: visualisasi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pd.read_csv() memuat file ke DataFrame df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301 baris, 9 kolom, tanpa missing values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Numerik: Year, Selling_Price, Present_Price, Kms_Driven, Owner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Kategorikal: Car_Name, Fuel_Type, Seller_Type, Transmission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Selling_Price (Lakhs)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937760" y="1097280"/>
            <a:ext cx="3749040" cy="356616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74920" y="1188720"/>
            <a:ext cx="3474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pd.read_csv('car data.csv')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df.head()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df.shape   # (301, 9)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df.describe()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df.isnull().sum()   # 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df.duplicated().sum()  # 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(EDA)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42062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 numerik: histogram + KDE (bentuk distribusi) dan boxplot (outlier)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 kategorikal: countplot; Car_Name dikecualikan (98 nilai unik)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 numerik: regplot fitur vs Selling_Price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 kategorikal: boxplot harga per kategori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Multivariat: heatmap korelasi Pearson (-1 s.d. 1)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Temuan: harga miring ke kanan, Kms_Driven punya outlier (maks 500.000)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937760" y="1097280"/>
            <a:ext cx="3749040" cy="356616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74920" y="1188720"/>
            <a:ext cx="3474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sns.histplot(df[k], kde=True)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sns.boxplot(x=df[k])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sns.countplot(data=df, x=k)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sns.regplot(data=df, x=k,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y='Selling_Price')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sns.heatmap(df.corr(),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annot=True, cmap='coolwarm')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42062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Hapus duplikat: 301 menjadi 299 baris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engineering: Vehicle_Age = tahun sekarang - Year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selection: buang Car_Name (terlalu banyak kategori) dan Year (redundan)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Encoding, drop_first=True untuk menghindari dummy variable trap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Pisahkan X (fitur) dan y (Selling_Price)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937760" y="1097280"/>
            <a:ext cx="3749040" cy="356616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74920" y="1188720"/>
            <a:ext cx="3474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df_clean = df.drop_duplicates()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df_clean['Vehicle_Age'] =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datetime.now().year - df_clean['Year']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df_prep = df_clean.drop(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columns=['Car_Name','Year'])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df_encoded = pd.get_dummies(df_prep,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columns=['Fuel_Type','Seller_Type',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'Transmission'], drop_first=True)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Pembagian Data &amp; Pelatihan Model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42062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dibagi 80% latih (239) dan 20% uji (60)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random_state=42 agar hasil dapat direproduksi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LinearRegression: fit() meminimalkan jumlah kuadrat error (OLS)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Persamaan: Harga = intercept + b1*fitur1 + b2*fitur2 + ...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predict() menghasilkan harga untuk data uji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937760" y="1097280"/>
            <a:ext cx="3749040" cy="356616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74920" y="1188720"/>
            <a:ext cx="3474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X_train, X_test, y_train, y_test =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train_test_split(X, y,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test_size=0.2, random_state=42)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LinearRegression()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model.fit(X_train, y_train)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y_pred = model.predict(X_test)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 Model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1,4729: rata-rata selisih absolut prediksi dan aktual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2,5240: lebih sensitif terhadap error besar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0,7528: model menjelaskan sekitar 75% variasi harga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&gt; MAE: ada beberapa prediksi yang meleset jauh (mis. aktual 5,25 diprediksi 11,16)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3566160"/>
            <a:ext cx="2560320" cy="1188720"/>
          </a:xfrm>
          <a:prstGeom prst="rect">
            <a:avLst/>
          </a:prstGeom>
          <a:solidFill>
            <a:srgbClr val="F4F7FA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36118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1,47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297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91840" y="3566160"/>
            <a:ext cx="2560320" cy="1188720"/>
          </a:xfrm>
          <a:prstGeom prst="rect">
            <a:avLst/>
          </a:prstGeom>
          <a:solidFill>
            <a:srgbClr val="F4F7FA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91840" y="36118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2,52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4297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26480" y="3566160"/>
            <a:ext cx="2560320" cy="1188720"/>
          </a:xfrm>
          <a:prstGeom prst="rect">
            <a:avLst/>
          </a:prstGeom>
          <a:solidFill>
            <a:srgbClr val="F4F7FA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0" y="36118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0,75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4297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Interpretasi Koefisien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42062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Intercept: 6,6298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Menaikkan harga: Fuel_Diesel (+2,14), Fuel_Petrol (+0,69), Present_Price (+0,44)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Menurunkan harga: Vehicle_Age (-0,33/tahun), Seller_Individual (-1,30), Transmission_Manual (-1,57)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Kms_Driven tampak kecil (-0,000011) karena per 1 km; per 10.000 km sekitar -0,11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Koefisien berlaku dengan fitur lain dianggap tetap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937760" y="1097280"/>
            <a:ext cx="3749040" cy="356616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74920" y="1188720"/>
            <a:ext cx="3474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model.intercept_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model.coef_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plt.scatter(y_test, y_pred)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plt.plot([y_test.min(), y_test.max()],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[y_test.min(), y_test.max()], 'r--')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Titik dekat garis merah 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prediksi akurat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 &amp; Saran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 linear mencapai R² sekitar 0,75 sebagai model baseline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Faktor utama: bahan bakar, harga baru, umur, tipe penjual, transmisi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Saran: tangani outlier atau transformasi log pada target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Saran: coba Random Forest / Gradient Boosting, cross-validation, dan scaling fitur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Prediksi Harga Mobil Bekas - Regresi Linear</dc:title>
  <dc:subject>PptxGenJS Presentation</dc:subject>
  <dc:creator>Farhan Mohamad Yousef</dc:creator>
  <cp:lastModifiedBy>Farhan Mohamad Yousef</cp:lastModifiedBy>
  <cp:revision>1</cp:revision>
  <dcterms:created xsi:type="dcterms:W3CDTF">2026-10-05T12:40:03Z</dcterms:created>
  <dcterms:modified xsi:type="dcterms:W3CDTF">2026-10-05T12:40:03Z</dcterms:modified>
</cp:coreProperties>
</file>